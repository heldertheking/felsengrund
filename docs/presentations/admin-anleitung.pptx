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Willkommen. Diese Präsentation begleitet die beiden Anleitungsvideos im Admin-Bereich.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Titel und Kategorie sind bei Angeboten Pflicht. Alle anderen Felder sind optional. Was leer bleibt, wird auf der Webseite nicht angezeigt.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Melde dich im Admin an. Wechsle zu Podcast.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siehst du alle Episoden. Klicke auf Neue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Pflichtfelder haben einen Stern. Trage Titel und Datum ein. Die Nummer wird automatisch vorgeschlagen.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Wähle die Audiodatei aus. Die Dauer wird automatisch erkannt.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 sind optional. Markiere den Hauptsprecher. Oder lass das Feld einfach leer.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Auch das Cover ist optional. Schneide das Bild zu und übernimm 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Öffne die Markdown-Hilfe. Ein Klick fügt Formatierungen ein. Mit Strg und B wird Text fett, mit Strg und I kursiv.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Klicke auf Speichern. Die Episode erscheint sofort auf der Webseite.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Melde dich im Admin an. Hier sind alle Angebote. Klicke auf Bearbeiten.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Titel und Kategorie sind Pflicht. Alles andere ist optional. Leere Felder erscheinen nicht auf der Webseite.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Ändere Zeiten und Ort. Die Webadresse bleibt gleich.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Füge eine Ansprechperson hinzu. Nur der Name ist nötig.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Wähle ein neues Kartenbild und schneide es zu. Ohne neues Bild bleibt das alte.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Öffne die Markdown-Hilfe. Ein Klick auf Überschrift oder Aufzählung genügt. Fett geht auch mit Strg und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Klicke auf Speichern. Leere Felder fehlen auf der Webseite.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Markierten Text machst du mit Strg und B fett, mit Strg und I kursiv. Ein Klick auf ein Element in der Seitenleiste fügt es an der Cursorposition 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Beide Videos findest du im Admin unter Anleitungen. Ein Klick auf eine Zeitmarke springt direkt zum jeweiligen Schritt im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Zusammenfassung: Nur Pflichtfelder müssen ausgefüllt sein, optionale Felder dürfen leer bleiben.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463040"/>
            <a:ext cx="6035040" cy="6035040"/>
          </a:xfrm>
          <a:prstGeom prst="ellipse">
            <a:avLst/>
          </a:prstGeom>
          <a:solidFill>
            <a:srgbClr val="FD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0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22181E"/>
                </a:solidFill>
                <a:latin typeface="Raleway"/>
              </a:rPr>
              <a:t>Admin-Bereich: so geht's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1463040" cy="73152"/>
          </a:xfrm>
          <a:prstGeom prst="rect">
            <a:avLst/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C4F57"/>
                </a:solidFill>
                <a:latin typeface="Open Sans"/>
              </a:rPr>
              <a:t>Podcast-Episode hinzufügen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5C4F57"/>
                </a:solidFill>
                <a:latin typeface="Open Sans"/>
              </a:rPr>
              <a:t>Angebot bearbeiten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Kirche Felsengrund, Oetwil am See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181E"/>
                </a:solidFill>
                <a:latin typeface="Raleway"/>
              </a:rPr>
              <a:t>Was ist neu im Admin?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BF3F8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A31366"/>
                </a:solidFill>
                <a:latin typeface="Raleway"/>
              </a:rPr>
              <a:t>Markdown-Hilfe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C4F57"/>
                </a:solidFill>
                <a:latin typeface="Open Sans"/>
              </a:rPr>
              <a:t>Seitenleiste neben jedem Inhaltsfeld. Klick fügt Formatierung ein, Strg+B/I/E/K als Kürzel.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BF3F8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828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A31366"/>
                </a:solidFill>
                <a:latin typeface="Raleway"/>
              </a:rPr>
              <a:t>Pflicht und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24231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C4F57"/>
                </a:solidFill>
                <a:latin typeface="Open Sans"/>
              </a:rPr>
              <a:t>Pflichtfelder tragen einen Stern. Alle anderen Felder sind optional und bleiben auf der Webseite unsichtbar, wenn sie leer sind.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BF3F8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A31366"/>
                </a:solidFill>
                <a:latin typeface="Raleway"/>
              </a:rPr>
              <a:t>Bilder zuschneiden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C4F57"/>
                </a:solidFill>
                <a:latin typeface="Open Sans"/>
              </a:rPr>
              <a:t>Kartenbild und Cover werden direkt im Admin zugeschnitten.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BF3F8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4114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A31366"/>
                </a:solidFill>
                <a:latin typeface="Raleway"/>
              </a:rPr>
              <a:t>Anleitungen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470916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C4F57"/>
                </a:solidFill>
                <a:latin typeface="Open Sans"/>
              </a:rPr>
              <a:t>Unter «Anleitungen» im Admin: Video oben, Schritte zum Nachlesen darunter.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181E"/>
                </a:solidFill>
                <a:latin typeface="Raleway"/>
              </a:rPr>
              <a:t>Pflicht oder optional?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4F57"/>
                </a:solidFill>
                <a:latin typeface="Open Sans"/>
              </a:rPr>
              <a:t>Nur wenige Angaben müssen sein. Alles andere darfst du leer lassen.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FBF3F8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2181E"/>
                </a:solidFill>
                <a:latin typeface="Raleway"/>
              </a:rPr>
              <a:t>Angebot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31366"/>
                </a:solidFill>
                <a:latin typeface="Open Sans"/>
              </a:rPr>
              <a:t>Pflicht *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9260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Titel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3832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Kategorie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926080"/>
            <a:ext cx="2377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Intro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Zielgruppe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Zeiten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Google-Maps-Links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Anmeldung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Ansprechpersonen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Kartenbild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Beschreibung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FBF3F8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202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2181E"/>
                </a:solidFill>
                <a:latin typeface="Raleway"/>
              </a:rPr>
              <a:t>Podcast-Episode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31366"/>
                </a:solidFill>
                <a:latin typeface="Open Sans"/>
              </a:rPr>
              <a:t>Pflicht 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59" y="29260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Titel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59" y="33832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Veröffentlichungsdatum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59" y="38404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Audiodatei (neu)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926080"/>
            <a:ext cx="2377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Episodennummer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Dauer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Sprecher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Cover-Bild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C4F57"/>
                </a:solidFill>
                <a:latin typeface="Open Sans"/>
              </a:rPr>
              <a:t>Shownotes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31366"/>
                </a:solidFill>
                <a:latin typeface="Open Sans"/>
              </a:rPr>
              <a:t>Leer gelassene optionale Felder erscheinen auf der Webseite einfach nicht.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97280"/>
            <a:ext cx="5486400" cy="5486400"/>
          </a:xfrm>
          <a:prstGeom prst="ellipse">
            <a:avLst/>
          </a:prstGeom>
          <a:solidFill>
            <a:srgbClr val="FD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2181E"/>
                </a:solidFill>
                <a:latin typeface="Raleway"/>
              </a:rPr>
              <a:t>Podcast-Episode hinzufügen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463040" cy="73152"/>
          </a:xfrm>
          <a:prstGeom prst="rect">
            <a:avLst/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C4F57"/>
                </a:solidFill>
                <a:latin typeface="Open Sans"/>
              </a:rPr>
              <a:t>Audiodatei hochladen, Titel und Datum eintragen, Rest nach Bedarf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1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Im Admin anmelden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Öffne die Admin-Seite und gib das Admin-Passwort ein. Danach klickst du oben auf «Podcast».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1-podcast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2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Neue Episode starten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In der Liste siehst du alle bisherigen Episoden. Klicke oben rechts auf «Neue Episode».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2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3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Titel und Datum eintragen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Pflicht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Titel und Veröffentlichungsdatum sind Pflicht und mit einem Stern markiert. Die Episodennummer wird automatisch vorgeschlagen, du kannst sie aber ändern.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-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4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Audiodatei auswählen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Pflicht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Wähle die Audiodatei aus (zum Beispiel MP3). Die Dauer liest die Seite selbst aus der Datei aus. Bei einer neuen Episode ist die Audiodatei Pflicht.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4-a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5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Sprecher hinzufügen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Klicke auf «Sprecher hinzufügen» und trage den Namen ein. Mit «Hauptsprecher» hebst du die wichtigste Person hervor. Du kannst mehrere Sprecher erfassen oder das Feld ganz leer lassen.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5-spe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6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Cover-Bild zuschneiden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Wähle ein Bild aus. Es öffnet sich ein Fenster zum Zuschneiden: Bild verschieben, mit dem Regler zoomen und «Zuschnitt übernehmen» klicken. Ohne Cover wird das Standardbild verwendet.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6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7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Shownotes mit der Markdown-Hilfe schreiben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Öffne die «Markdown-Hilfe» rechts neben dem Textfeld. Ein Klick auf ein Element fügt es an der Cursorposition ein oder formatiert den markierten Text. Tastenkürzel: Strg+B fett, Strg+I kursiv, Strg+E Code, Strg+K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7-mar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Podcast-Episode hinzufügen  |  Schritt 8 von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Speichern und prüfen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Klicke auf «Speichern». Die Episode erscheint in der Liste und auf der öffentlichen Podcast-Seite.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8-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097280"/>
            <a:ext cx="5486400" cy="5486400"/>
          </a:xfrm>
          <a:prstGeom prst="ellipse">
            <a:avLst/>
          </a:prstGeom>
          <a:solidFill>
            <a:srgbClr val="FD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2181E"/>
                </a:solidFill>
                <a:latin typeface="Raleway"/>
              </a:rPr>
              <a:t>Angebot bearbeiten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463040" cy="73152"/>
          </a:xfrm>
          <a:prstGeom prst="rect">
            <a:avLst/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C4F57"/>
                </a:solidFill>
                <a:latin typeface="Open Sans"/>
              </a:rPr>
              <a:t>Texte, Ansprechpersonen, Bild und Beschreibung ändern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Angebot bearbeiten  |  Schritt 1 von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Angebot öffnen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Melde dich im Admin an. Unter «Angebote» findest du alle Angebote. Klicke beim gewünschten Angebot auf «Bearbeiten».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1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Angebot bearbeiten  |  Schritt 2 von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Pflicht und optional unterscheiden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Open Sans"/>
              </a:rPr>
              <a:t>Pflicht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Nur Titel und Kategorie sind Pflicht (mit Stern markiert). Alle anderen Felder tragen den Hinweis «optional». Was leer bleibt, wird auf der Webseite nicht angezeigt.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-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Angebot bearbeiten  |  Schritt 3 von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Intro, Zeiten und Ort anpassen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Ändere die Texte direkt im Feld. Zum Beispiel die Zeiten oder den Ort. Die Webadresse (Slug) bleibt beim Bearbeiten unverändert.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-tex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Angebot bearbeiten  |  Schritt 4 von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Ansprechperson hinzufügen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Klicke auf «Ansprechperson hinzufügen» und trage Name, Rolle und Kontakt ein. Es genügt der Name. Mit «Entfernen» löschst du eine Zeile wieder.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4-organ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Angebot bearbeiten  |  Schritt 5 von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Kartenbild ersetzen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Wähle ein neues Bild und schneide es im 16:9-Format zu. Das bisherige Bild bleibt, solange du kein neues auswählst.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5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Angebot bearbeiten  |  Schritt 6 von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Beschreibung mit der Markdown-Hilfe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5C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5C4F57"/>
                </a:solidFill>
                <a:latin typeface="Open Sans"/>
              </a:rPr>
              <a:t>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Öffne die «Markdown-Hilfe» und klicke auf Überschrift, Aufzählung oder Link. Markierten Text formatierst du auch mit Strg+B und Strg+I.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6-mar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A31366"/>
                </a:solidFill>
                <a:latin typeface="Open Sans"/>
              </a:rPr>
              <a:t>Angebot bearbeiten  |  Schritt 7 von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181E"/>
                </a:solidFill>
                <a:latin typeface="Raleway"/>
              </a:rPr>
              <a:t>Speichern und prüfen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4297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C4F57"/>
                </a:solidFill>
                <a:latin typeface="Open Sans"/>
              </a:rPr>
              <a:t>Klicke auf «Speichern» und öffne das Angebot auf der Webseite. Felder, die du leer gelassen hast, erscheinen dort nicht.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11496" y="768096"/>
            <a:ext cx="6601968" cy="37616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7-publ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822960"/>
            <a:ext cx="6492240" cy="3651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181E"/>
                </a:solidFill>
                <a:latin typeface="Raleway"/>
              </a:rPr>
              <a:t>Texte formatieren mit der Markdown-Hilfe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4F57"/>
                </a:solidFill>
                <a:latin typeface="Open Sans"/>
              </a:rPr>
              <a:t>Knopf «Markdown-Hilfe» über dem Textfeld öffnet die Seitenleiste.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530352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Open Sans"/>
                        </a:rPr>
                        <a:t>Wirkung</a:t>
                      </a:r>
                    </a:p>
                  </a:txBody>
                  <a:tcPr>
                    <a:solidFill>
                      <a:srgbClr val="A31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Open Sans"/>
                        </a:rPr>
                        <a:t>Eingabe</a:t>
                      </a:r>
                    </a:p>
                  </a:txBody>
                  <a:tcPr>
                    <a:solidFill>
                      <a:srgbClr val="A31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Open Sans"/>
                        </a:rPr>
                        <a:t>Kürzel</a:t>
                      </a:r>
                    </a:p>
                  </a:txBody>
                  <a:tcPr>
                    <a:solidFill>
                      <a:srgbClr val="A313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Fett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**Text**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Strg+B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Kursiv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*Text*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Strg+I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Code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`Text`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Strg+E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[Text](https://…)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Strg+K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Überschrift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## Titel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B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Aufzählung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- Punkt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Nummerierte Liste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1. Schritt</a:t>
                      </a:r>
                    </a:p>
                  </a:txBody>
                  <a:tcPr>
                    <a:solidFill>
                      <a:srgbClr val="FBF3F8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B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Zitat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181E"/>
                          </a:solidFill>
                          <a:latin typeface="Open Sans"/>
                        </a:rPr>
                        <a:t>&gt; Zitat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C4F57"/>
                </a:solidFill>
                <a:latin typeface="Open Sans"/>
              </a:rPr>
              <a:t>Mac: ⌘ statt Strg. Ein zweiter Klick entfernt die Formatierung, Strg+Z macht alles rückgängig.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682495"/>
            <a:ext cx="5596128" cy="31958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7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48640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2181E"/>
                </a:solidFill>
                <a:latin typeface="Raleway"/>
              </a:rPr>
              <a:t>Anleitungen jederzeit im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C4F57"/>
                </a:solidFill>
                <a:latin typeface="Open Sans"/>
              </a:rPr>
              <a:t>Admin, dann «Anleitungen»: Video oben, Schritte darunter.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" y="1728216"/>
            <a:ext cx="5230368" cy="410222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uid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5120640" cy="39924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45936" y="1728216"/>
            <a:ext cx="5413248" cy="3838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C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_desktop_anleitun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5303520" cy="37290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>Kirche Felsengrund  |  Admin-Anleitung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C4F57"/>
                </a:solidFill>
                <a:latin typeface="Open Sans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2743200"/>
            <a:ext cx="5486400" cy="5486400"/>
          </a:xfrm>
          <a:prstGeom prst="ellipse">
            <a:avLst/>
          </a:prstGeom>
          <a:solidFill>
            <a:srgbClr val="FD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2181E"/>
                </a:solidFill>
                <a:latin typeface="Raleway"/>
              </a:rPr>
              <a:t>Zum Mitnehmen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63240"/>
            <a:ext cx="1463040" cy="73152"/>
          </a:xfrm>
          <a:prstGeom prst="rect">
            <a:avLst/>
          </a:prstGeom>
          <a:solidFill>
            <a:srgbClr val="A31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7772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C4F57"/>
                </a:solidFill>
                <a:latin typeface="Open Sans"/>
              </a:rPr>
              <a:t>Nur Pflichtfelder (*) müssen ausgefüllt sein.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5C4F57"/>
                </a:solidFill>
                <a:latin typeface="Open Sans"/>
              </a:rPr>
              <a:t>Optionale Felder leer lassen ist völlig in Ordnung.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5C4F57"/>
                </a:solidFill>
                <a:latin typeface="Open Sans"/>
              </a:rPr>
              <a:t>Die Markdown-Hilfe formatiert per Klick oder Tastenkürzel.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5C4F57"/>
                </a:solidFill>
                <a:latin typeface="Open Sans"/>
              </a:rPr>
              <a:t>Videos und Schritte findest du unter «Anleitungen».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