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Willkommen. Diese Präsentation begleitet die beiden Anleitungsvideos im Admin-Bereich.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Nur Titel und Kategorie sind bei Angeboten Pflicht. Alle anderen Felder sind optional. Was leer bleibt, wird auf der Webseite nicht angezeigt.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Öffne die Admin-Seite und melde dich mit dem Passwort an. Dann wechselst du oben auf Podcast.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Hier siehst du alle bisherigen Episoden. Mit einem Klick auf Neue Episode öffnet sich das Formular.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Pflichtfelder sind mit einem Stern markiert. Trage den Titel und das Veröffentlichungsdatum ein. Die Episodennummer wird automatisch vorgeschlagen.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Wähle jetzt die Audiodatei aus. Die Dauer wird automatisch aus der Datei übernommen, du musst sie nicht abtippen.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 kannst du Sprecher hinzufügen. Setze den Haken bei Hauptsprecher, wenn die Person die Predigt hält. Auch das darfst du leer lassen.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 Cover-Bild ist optional. Nach der Auswahl schneidest du es zu: Bild verschieben, zoomen, und Zuschnitt übernehmen.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Für die Shownotes öffnest du die Markdown-Hilfe. Ein Klick fügt Formatierungen ein. Markierten Text machst du mit Strg und B fett, und mit Strg und I kursiv.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Zum Schluss klickst du auf Speichern. Die neue Episode erscheint sofort in der Liste und auf der öffentlichen Podcast-Seite.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Melde dich im Admin an. Unter Angebote findest du die Liste. Klicke beim gewünschten Angebot auf Bearbeiten.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Wichtig: Nur Titel und Kategorie sind Pflicht. Alle anderen Felder sind optional. Was du leer lässt, wird auf der Webseite einfach nicht angezeigt.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Ändere nun, was sich geändert hat, zum Beispiel die Zeiten und den Ort. Die Webadresse des Angebots bleibt dabei gleich.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Eine Ansprechperson ergänzt du mit einem Klick. Name, Rolle und Kontakt sind alle optional, nur der Name ist nötig, damit die Zeile gespeichert wird.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Willst du das Kartenbild ersetzen, wähle ein neues Bild und schneide es zu. Wählst du keins, bleibt das bisherige Bild bestehen.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Beschreibung formatierst du mit der Markdown-Hilfe. Ein Klick auf Überschrift oder Aufzählung genügt. Fett geht auch mit Strg und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Zum Schluss auf Speichern klicken. Auf der Webseite siehst du das Ergebnis, und leere Felder tauchen dort gar nicht erst auf.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Markierten Text machst du mit Strg und B fett, mit Strg und I kursiv. Ein Klick auf ein Element in der Seitenleiste fügt es an der Cursorposition ein.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Beide Videos findest du im Admin unter Anleitungen. Ein Klick auf eine Zeitmarke springt direkt zum jeweiligen Schritt im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Zusammenfassung: Nur Pflichtfelder müssen ausgefüllt sein, optionale Felder dürfen leer bleiben.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863840" y="-1463040"/>
            <a:ext cx="6035040" cy="6035040"/>
          </a:xfrm>
          <a:prstGeom prst="ellipse">
            <a:avLst/>
          </a:prstGeom>
          <a:solidFill>
            <a:srgbClr val="FD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4937760"/>
            <a:ext cx="3291840" cy="3291840"/>
          </a:xfrm>
          <a:prstGeom prst="ellipse">
            <a:avLst/>
          </a:prstGeom>
          <a:solidFill>
            <a:srgbClr val="F0D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1005840" cy="1005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286000"/>
            <a:ext cx="8229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800" b="1">
                <a:solidFill>
                  <a:srgbClr val="22181E"/>
                </a:solidFill>
                <a:latin typeface="Raleway"/>
              </a:rPr>
              <a:t>Admin-Bereich: so geht's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657600"/>
            <a:ext cx="1463040" cy="73152"/>
          </a:xfrm>
          <a:prstGeom prst="rect">
            <a:avLst/>
          </a:prstGeom>
          <a:solidFill>
            <a:srgbClr val="A31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93192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5C4F57"/>
                </a:solidFill>
                <a:latin typeface="Open Sans"/>
              </a:rPr>
              <a:t>Podcast-Episode hinzufügen</a:t>
            </a:r>
          </a:p>
          <a:p>
            <a:pPr algn="l">
              <a:spcAft>
                <a:spcPts val="600"/>
              </a:spcAft>
            </a:pPr>
            <a:r>
              <a:rPr sz="2400" b="0">
                <a:solidFill>
                  <a:srgbClr val="5C4F57"/>
                </a:solidFill>
                <a:latin typeface="Open Sans"/>
              </a:rPr>
              <a:t>Angebot bearbeiten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3504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C4F57"/>
                </a:solidFill>
                <a:latin typeface="Open Sans"/>
              </a:rPr>
              <a:t>Kirche Felsengrund, Oetwil am See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181E"/>
                </a:solidFill>
                <a:latin typeface="Raleway"/>
              </a:rPr>
              <a:t>Was ist neu im Admin?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BF3F8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A31366"/>
                </a:solidFill>
                <a:latin typeface="Raleway"/>
              </a:rPr>
              <a:t>Markdown-Hilfe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42316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4F57"/>
                </a:solidFill>
                <a:latin typeface="Open Sans"/>
              </a:rPr>
              <a:t>Seitenleiste neben jedem Inhaltsfeld. Klick fügt Formatierung ein, Strg+B/I/E/K als Kürzel.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BF3F8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59" y="18288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A31366"/>
                </a:solidFill>
                <a:latin typeface="Raleway"/>
              </a:rPr>
              <a:t>Pflicht und optional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59" y="242316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4F57"/>
                </a:solidFill>
                <a:latin typeface="Open Sans"/>
              </a:rPr>
              <a:t>Pflichtfelder tragen einen Stern. Alle anderen Felder sind optional und bleiben auf der Webseite unsichtbar, wenn sie leer sind.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84048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BF3F8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148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A31366"/>
                </a:solidFill>
                <a:latin typeface="Raleway"/>
              </a:rPr>
              <a:t>Bilder zuschneiden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70916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4F57"/>
                </a:solidFill>
                <a:latin typeface="Open Sans"/>
              </a:rPr>
              <a:t>Kartenbild und Cover werden direkt im Admin zugeschnitten.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840480"/>
            <a:ext cx="5394960" cy="2011680"/>
          </a:xfrm>
          <a:prstGeom prst="roundRect">
            <a:avLst>
              <a:gd name="adj" fmla="val 8000"/>
            </a:avLst>
          </a:prstGeom>
          <a:solidFill>
            <a:srgbClr val="FBF3F8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411480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A31366"/>
                </a:solidFill>
                <a:latin typeface="Raleway"/>
              </a:rPr>
              <a:t>Anleitungen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59" y="4709160"/>
            <a:ext cx="4754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C4F57"/>
                </a:solidFill>
                <a:latin typeface="Open Sans"/>
              </a:rPr>
              <a:t>Unter «Anleitungen» im Admin: Video mit Ton oben, Schritte zum Nachlesen darunter.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Kirche Felsengrund  |  Admin-Anleitung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181E"/>
                </a:solidFill>
                <a:latin typeface="Raleway"/>
              </a:rPr>
              <a:t>Pflicht oder optional?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4F57"/>
                </a:solidFill>
                <a:latin typeface="Open Sans"/>
              </a:rPr>
              <a:t>Nur wenige Angaben müssen sein. Alles andere darfst du leer lassen.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5394960" cy="4389120"/>
          </a:xfrm>
          <a:prstGeom prst="roundRect">
            <a:avLst>
              <a:gd name="adj" fmla="val 8000"/>
            </a:avLst>
          </a:prstGeom>
          <a:solidFill>
            <a:srgbClr val="FBF3F8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2181E"/>
                </a:solidFill>
                <a:latin typeface="Raleway"/>
              </a:rPr>
              <a:t>Angebot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5146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31366"/>
                </a:solidFill>
                <a:latin typeface="Open Sans"/>
              </a:rPr>
              <a:t>Pflicht *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92608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A31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Open Sans"/>
              </a:rPr>
              <a:t>Titel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38328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A31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Open Sans"/>
              </a:rPr>
              <a:t>Kategorie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25146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C4F57"/>
                </a:solidFill>
                <a:latin typeface="Open Sans"/>
              </a:rPr>
              <a:t>Optional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2926080"/>
            <a:ext cx="23774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C4F57"/>
                </a:solidFill>
                <a:latin typeface="Open Sans"/>
              </a:rPr>
              <a:t>Intro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4F57"/>
                </a:solidFill>
                <a:latin typeface="Open Sans"/>
              </a:rPr>
              <a:t>Zielgruppe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4F57"/>
                </a:solidFill>
                <a:latin typeface="Open Sans"/>
              </a:rPr>
              <a:t>Zeiten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4F57"/>
                </a:solidFill>
                <a:latin typeface="Open Sans"/>
              </a:rPr>
              <a:t>Ort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4F57"/>
                </a:solidFill>
                <a:latin typeface="Open Sans"/>
              </a:rPr>
              <a:t>Google-Maps-Links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4F57"/>
                </a:solidFill>
                <a:latin typeface="Open Sans"/>
              </a:rPr>
              <a:t>Anmeldung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4F57"/>
                </a:solidFill>
                <a:latin typeface="Open Sans"/>
              </a:rPr>
              <a:t>Ansprechpersonen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4F57"/>
                </a:solidFill>
                <a:latin typeface="Open Sans"/>
              </a:rPr>
              <a:t>Kartenbild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4F57"/>
                </a:solidFill>
                <a:latin typeface="Open Sans"/>
              </a:rPr>
              <a:t>Beschreibung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37360"/>
            <a:ext cx="5394960" cy="4389120"/>
          </a:xfrm>
          <a:prstGeom prst="roundRect">
            <a:avLst>
              <a:gd name="adj" fmla="val 8000"/>
            </a:avLst>
          </a:prstGeom>
          <a:solidFill>
            <a:srgbClr val="FBF3F8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59" y="19202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2181E"/>
                </a:solidFill>
                <a:latin typeface="Raleway"/>
              </a:rPr>
              <a:t>Podcast-Episode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5146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31366"/>
                </a:solidFill>
                <a:latin typeface="Open Sans"/>
              </a:rPr>
              <a:t>Pflicht *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59" y="292608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A31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Open Sans"/>
              </a:rPr>
              <a:t>Titel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37959" y="338328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A31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Open Sans"/>
              </a:rPr>
              <a:t>Veröffentlichungsdatum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59" y="3840480"/>
            <a:ext cx="2286000" cy="329184"/>
          </a:xfrm>
          <a:prstGeom prst="roundRect">
            <a:avLst>
              <a:gd name="adj" fmla="val 50000"/>
            </a:avLst>
          </a:prstGeom>
          <a:solidFill>
            <a:srgbClr val="A31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Open Sans"/>
              </a:rPr>
              <a:t>Audiodatei (neu)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2514600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C4F57"/>
                </a:solidFill>
                <a:latin typeface="Open Sans"/>
              </a:rPr>
              <a:t>Optional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2926080"/>
            <a:ext cx="23774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C4F57"/>
                </a:solidFill>
                <a:latin typeface="Open Sans"/>
              </a:rPr>
              <a:t>Episodennummer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4F57"/>
                </a:solidFill>
                <a:latin typeface="Open Sans"/>
              </a:rPr>
              <a:t>Dauer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4F57"/>
                </a:solidFill>
                <a:latin typeface="Open Sans"/>
              </a:rPr>
              <a:t>Sprecher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4F57"/>
                </a:solidFill>
                <a:latin typeface="Open Sans"/>
              </a:rPr>
              <a:t>Cover-Bild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C4F57"/>
                </a:solidFill>
                <a:latin typeface="Open Sans"/>
              </a:rPr>
              <a:t>Shownotes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31366"/>
                </a:solidFill>
                <a:latin typeface="Open Sans"/>
              </a:rPr>
              <a:t>Leer gelassene optionale Felder erscheinen auf der Webseite einfach nicht.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046720" y="-1097280"/>
            <a:ext cx="5486400" cy="5486400"/>
          </a:xfrm>
          <a:prstGeom prst="ellipse">
            <a:avLst/>
          </a:prstGeom>
          <a:solidFill>
            <a:srgbClr val="FD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22181E"/>
                </a:solidFill>
                <a:latin typeface="Raleway"/>
              </a:rPr>
              <a:t>Podcast-Episode hinzufügen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463040" cy="73152"/>
          </a:xfrm>
          <a:prstGeom prst="rect">
            <a:avLst/>
          </a:prstGeom>
          <a:solidFill>
            <a:srgbClr val="A31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5C4F57"/>
                </a:solidFill>
                <a:latin typeface="Open Sans"/>
              </a:rPr>
              <a:t>Audiodatei hochladen, Titel und Datum eintragen, Rest nach Bedarf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A31366"/>
                </a:solidFill>
                <a:latin typeface="Open Sans"/>
              </a:rPr>
              <a:t>Podcast-Episode hinzufügen  |  Schritt 1 von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181E"/>
                </a:solidFill>
                <a:latin typeface="Raleway"/>
              </a:rPr>
              <a:t>Im Admin anmelden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4297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C4F57"/>
                </a:solidFill>
                <a:latin typeface="Open Sans"/>
              </a:rPr>
              <a:t>Öffne die Admin-Seite und gib das Admin-Passwort ein. Danach klickst du oben auf «Podcast».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11496" y="768096"/>
            <a:ext cx="6601968" cy="37616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1-podcast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822960"/>
            <a:ext cx="6492240" cy="36518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Kirche Felsengrund  |  Admin-Anleitung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A31366"/>
                </a:solidFill>
                <a:latin typeface="Open Sans"/>
              </a:rPr>
              <a:t>Podcast-Episode hinzufügen  |  Schritt 2 von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181E"/>
                </a:solidFill>
                <a:latin typeface="Raleway"/>
              </a:rPr>
              <a:t>Neue Episode starten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4297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C4F57"/>
                </a:solidFill>
                <a:latin typeface="Open Sans"/>
              </a:rPr>
              <a:t>In der Liste siehst du alle bisherigen Episoden. Klicke oben rechts auf «Neue Episode».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11496" y="768096"/>
            <a:ext cx="6601968" cy="37616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2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822960"/>
            <a:ext cx="6492240" cy="36518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Kirche Felsengrund  |  Admin-Anleitung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A31366"/>
                </a:solidFill>
                <a:latin typeface="Open Sans"/>
              </a:rPr>
              <a:t>Podcast-Episode hinzufügen  |  Schritt 3 von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181E"/>
                </a:solidFill>
                <a:latin typeface="Raleway"/>
              </a:rPr>
              <a:t>Titel und Datum eintragen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488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A31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Open Sans"/>
              </a:rPr>
              <a:t>Pflicht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4297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C4F57"/>
                </a:solidFill>
                <a:latin typeface="Open Sans"/>
              </a:rPr>
              <a:t>Titel und Veröffentlichungsdatum sind Pflicht und mit einem Stern markiert. Die Episodennummer wird automatisch vorgeschlagen, du kannst sie aber ändern.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11496" y="768096"/>
            <a:ext cx="6601968" cy="37616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3-requi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822960"/>
            <a:ext cx="6492240" cy="36518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Kirche Felsengrund  |  Admin-Anleitung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A31366"/>
                </a:solidFill>
                <a:latin typeface="Open Sans"/>
              </a:rPr>
              <a:t>Podcast-Episode hinzufügen  |  Schritt 4 von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181E"/>
                </a:solidFill>
                <a:latin typeface="Raleway"/>
              </a:rPr>
              <a:t>Audiodatei auswählen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488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A31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Open Sans"/>
              </a:rPr>
              <a:t>Pflicht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4297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C4F57"/>
                </a:solidFill>
                <a:latin typeface="Open Sans"/>
              </a:rPr>
              <a:t>Wähle die Audiodatei aus (zum Beispiel MP3). Die Dauer liest die Seite selbst aus der Datei aus. Bei einer neuen Episode ist die Audiodatei Pflicht.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11496" y="768096"/>
            <a:ext cx="6601968" cy="37616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4-a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822960"/>
            <a:ext cx="6492240" cy="36518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Kirche Felsengrund  |  Admin-Anleitung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A31366"/>
                </a:solidFill>
                <a:latin typeface="Open Sans"/>
              </a:rPr>
              <a:t>Podcast-Episode hinzufügen  |  Schritt 5 von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181E"/>
                </a:solidFill>
                <a:latin typeface="Raleway"/>
              </a:rPr>
              <a:t>Sprecher hinzufügen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48840"/>
            <a:ext cx="1188720" cy="32918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5C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5C4F57"/>
                </a:solidFill>
                <a:latin typeface="Open Sans"/>
              </a:rPr>
              <a:t>optional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4297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C4F57"/>
                </a:solidFill>
                <a:latin typeface="Open Sans"/>
              </a:rPr>
              <a:t>Klicke auf «Sprecher hinzufügen» und trage den Namen ein. Mit «Hauptsprecher» hebst du die wichtigste Person hervor. Du kannst mehrere Sprecher erfassen oder das Feld ganz leer lassen.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11496" y="768096"/>
            <a:ext cx="6601968" cy="37616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5-spea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822960"/>
            <a:ext cx="6492240" cy="36518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Kirche Felsengrund  |  Admin-Anleitung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A31366"/>
                </a:solidFill>
                <a:latin typeface="Open Sans"/>
              </a:rPr>
              <a:t>Podcast-Episode hinzufügen  |  Schritt 6 von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181E"/>
                </a:solidFill>
                <a:latin typeface="Raleway"/>
              </a:rPr>
              <a:t>Cover-Bild zuschneiden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48840"/>
            <a:ext cx="1188720" cy="32918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5C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5C4F57"/>
                </a:solidFill>
                <a:latin typeface="Open Sans"/>
              </a:rPr>
              <a:t>optional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4297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C4F57"/>
                </a:solidFill>
                <a:latin typeface="Open Sans"/>
              </a:rPr>
              <a:t>Wähle ein Bild aus. Es öffnet sich ein Fenster zum Zuschneiden: Bild verschieben, mit dem Regler zoomen und «Zuschnitt übernehmen» klicken. Ohne Cover wird das Standardbild verwendet.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11496" y="768096"/>
            <a:ext cx="6601968" cy="37616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6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822960"/>
            <a:ext cx="6492240" cy="36518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Kirche Felsengrund  |  Admin-Anleitung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A31366"/>
                </a:solidFill>
                <a:latin typeface="Open Sans"/>
              </a:rPr>
              <a:t>Podcast-Episode hinzufügen  |  Schritt 7 von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181E"/>
                </a:solidFill>
                <a:latin typeface="Raleway"/>
              </a:rPr>
              <a:t>Shownotes mit der Markdown-Hilfe schreiben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48840"/>
            <a:ext cx="1188720" cy="32918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5C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5C4F57"/>
                </a:solidFill>
                <a:latin typeface="Open Sans"/>
              </a:rPr>
              <a:t>optional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4297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C4F57"/>
                </a:solidFill>
                <a:latin typeface="Open Sans"/>
              </a:rPr>
              <a:t>Öffne die «Markdown-Hilfe» rechts neben dem Textfeld. Ein Klick auf ein Element fügt es an der Cursorposition ein oder formatiert den markierten Text. Tastenkürzel: Strg+B fett, Strg+I kursiv, Strg+E Code, Strg+K Link.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11496" y="768096"/>
            <a:ext cx="6601968" cy="37616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7-mar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822960"/>
            <a:ext cx="6492240" cy="36518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Kirche Felsengrund  |  Admin-Anleitung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A31366"/>
                </a:solidFill>
                <a:latin typeface="Open Sans"/>
              </a:rPr>
              <a:t>Podcast-Episode hinzufügen  |  Schritt 8 von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181E"/>
                </a:solidFill>
                <a:latin typeface="Raleway"/>
              </a:rPr>
              <a:t>Speichern und prüfen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4297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C4F57"/>
                </a:solidFill>
                <a:latin typeface="Open Sans"/>
              </a:rPr>
              <a:t>Klicke auf «Speichern». Die Episode erscheint in der Liste und auf der öffentlichen Podcast-Seite.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11496" y="768096"/>
            <a:ext cx="6601968" cy="37616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8-pub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822960"/>
            <a:ext cx="6492240" cy="36518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Kirche Felsengrund  |  Admin-Anleitung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046720" y="-1097280"/>
            <a:ext cx="5486400" cy="5486400"/>
          </a:xfrm>
          <a:prstGeom prst="ellipse">
            <a:avLst/>
          </a:prstGeom>
          <a:solidFill>
            <a:srgbClr val="FD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22181E"/>
                </a:solidFill>
                <a:latin typeface="Raleway"/>
              </a:rPr>
              <a:t>Angebot bearbeiten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703320"/>
            <a:ext cx="1463040" cy="73152"/>
          </a:xfrm>
          <a:prstGeom prst="rect">
            <a:avLst/>
          </a:prstGeom>
          <a:solidFill>
            <a:srgbClr val="A31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5C4F57"/>
                </a:solidFill>
                <a:latin typeface="Open Sans"/>
              </a:rPr>
              <a:t>Texte, Ansprechpersonen, Bild und Beschreibung ändern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A31366"/>
                </a:solidFill>
                <a:latin typeface="Open Sans"/>
              </a:rPr>
              <a:t>Angebot bearbeiten  |  Schritt 1 von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181E"/>
                </a:solidFill>
                <a:latin typeface="Raleway"/>
              </a:rPr>
              <a:t>Angebot öffnen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4297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C4F57"/>
                </a:solidFill>
                <a:latin typeface="Open Sans"/>
              </a:rPr>
              <a:t>Melde dich im Admin an. Unter «Angebote» findest du alle Angebote. Klicke beim gewünschten Angebot auf «Bearbeiten».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11496" y="768096"/>
            <a:ext cx="6601968" cy="37616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1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822960"/>
            <a:ext cx="6492240" cy="36518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Kirche Felsengrund  |  Admin-Anleitung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A31366"/>
                </a:solidFill>
                <a:latin typeface="Open Sans"/>
              </a:rPr>
              <a:t>Angebot bearbeiten  |  Schritt 2 von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181E"/>
                </a:solidFill>
                <a:latin typeface="Raleway"/>
              </a:rPr>
              <a:t>Pflicht und optional unterscheiden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488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A31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Open Sans"/>
              </a:rPr>
              <a:t>Pflicht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4297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C4F57"/>
                </a:solidFill>
                <a:latin typeface="Open Sans"/>
              </a:rPr>
              <a:t>Nur Titel und Kategorie sind Pflicht (mit Stern markiert). Alle anderen Felder tragen den Hinweis «optional». Was leer bleibt, wird auf der Webseite nicht angezeigt.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11496" y="768096"/>
            <a:ext cx="6601968" cy="37616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2-requi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822960"/>
            <a:ext cx="6492240" cy="36518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Kirche Felsengrund  |  Admin-Anleitung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A31366"/>
                </a:solidFill>
                <a:latin typeface="Open Sans"/>
              </a:rPr>
              <a:t>Angebot bearbeiten  |  Schritt 3 von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181E"/>
                </a:solidFill>
                <a:latin typeface="Raleway"/>
              </a:rPr>
              <a:t>Intro, Zeiten und Ort anpassen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48840"/>
            <a:ext cx="1188720" cy="32918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5C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5C4F57"/>
                </a:solidFill>
                <a:latin typeface="Open Sans"/>
              </a:rPr>
              <a:t>optional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4297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C4F57"/>
                </a:solidFill>
                <a:latin typeface="Open Sans"/>
              </a:rPr>
              <a:t>Ändere die Texte direkt im Feld. Zum Beispiel die Zeiten oder den Ort. Die Webadresse (Slug) bleibt beim Bearbeiten unverändert.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11496" y="768096"/>
            <a:ext cx="6601968" cy="37616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3-tex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822960"/>
            <a:ext cx="6492240" cy="36518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Kirche Felsengrund  |  Admin-Anleitung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A31366"/>
                </a:solidFill>
                <a:latin typeface="Open Sans"/>
              </a:rPr>
              <a:t>Angebot bearbeiten  |  Schritt 4 von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181E"/>
                </a:solidFill>
                <a:latin typeface="Raleway"/>
              </a:rPr>
              <a:t>Ansprechperson hinzufügen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48840"/>
            <a:ext cx="1188720" cy="32918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5C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5C4F57"/>
                </a:solidFill>
                <a:latin typeface="Open Sans"/>
              </a:rPr>
              <a:t>optional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4297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C4F57"/>
                </a:solidFill>
                <a:latin typeface="Open Sans"/>
              </a:rPr>
              <a:t>Klicke auf «Ansprechperson hinzufügen» und trage Name, Rolle und Kontakt ein. Es genügt der Name. Mit «Entfernen» löschst du eine Zeile wieder.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11496" y="768096"/>
            <a:ext cx="6601968" cy="37616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4-organiz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822960"/>
            <a:ext cx="6492240" cy="36518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Kirche Felsengrund  |  Admin-Anleitung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A31366"/>
                </a:solidFill>
                <a:latin typeface="Open Sans"/>
              </a:rPr>
              <a:t>Angebot bearbeiten  |  Schritt 5 von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181E"/>
                </a:solidFill>
                <a:latin typeface="Raleway"/>
              </a:rPr>
              <a:t>Kartenbild ersetzen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48840"/>
            <a:ext cx="1188720" cy="32918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5C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5C4F57"/>
                </a:solidFill>
                <a:latin typeface="Open Sans"/>
              </a:rPr>
              <a:t>optional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4297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C4F57"/>
                </a:solidFill>
                <a:latin typeface="Open Sans"/>
              </a:rPr>
              <a:t>Wähle ein neues Bild und schneide es im 16:9-Format zu. Das bisherige Bild bleibt, solange du kein neues auswählst.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11496" y="768096"/>
            <a:ext cx="6601968" cy="37616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5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822960"/>
            <a:ext cx="6492240" cy="36518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Kirche Felsengrund  |  Admin-Anleitung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A31366"/>
                </a:solidFill>
                <a:latin typeface="Open Sans"/>
              </a:rPr>
              <a:t>Angebot bearbeiten  |  Schritt 6 von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181E"/>
                </a:solidFill>
                <a:latin typeface="Raleway"/>
              </a:rPr>
              <a:t>Beschreibung mit der Markdown-Hilfe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48840"/>
            <a:ext cx="1188720" cy="329184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5C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5C4F57"/>
                </a:solidFill>
                <a:latin typeface="Open Sans"/>
              </a:rPr>
              <a:t>optional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43200"/>
            <a:ext cx="4297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C4F57"/>
                </a:solidFill>
                <a:latin typeface="Open Sans"/>
              </a:rPr>
              <a:t>Öffne die «Markdown-Hilfe» und klicke auf Überschrift, Aufzählung oder Link. Markierten Text formatierst du auch mit Strg+B und Strg+I.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11496" y="768096"/>
            <a:ext cx="6601968" cy="37616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6-mar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822960"/>
            <a:ext cx="6492240" cy="36518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Kirche Felsengrund  |  Admin-Anleitung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A31366"/>
                </a:solidFill>
                <a:latin typeface="Open Sans"/>
              </a:rPr>
              <a:t>Angebot bearbeiten  |  Schritt 7 von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181E"/>
                </a:solidFill>
                <a:latin typeface="Raleway"/>
              </a:rPr>
              <a:t>Speichern und prüfen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429768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5C4F57"/>
                </a:solidFill>
                <a:latin typeface="Open Sans"/>
              </a:rPr>
              <a:t>Klicke auf «Speichern» und öffne das Angebot auf der Webseite. Felder, die du leer gelassen hast, erscheinen dort nicht.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11496" y="768096"/>
            <a:ext cx="6601968" cy="37616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7-pub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822960"/>
            <a:ext cx="6492240" cy="36518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Kirche Felsengrund  |  Admin-Anleitung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181E"/>
                </a:solidFill>
                <a:latin typeface="Raleway"/>
              </a:rPr>
              <a:t>Texte formatieren mit der Markdown-Hilfe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4F57"/>
                </a:solidFill>
                <a:latin typeface="Open Sans"/>
              </a:rPr>
              <a:t>Knopf «Markdown-Hilfe» über dem Textfeld öffnet die Seitenleiste.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37360"/>
          <a:ext cx="530352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7840"/>
                <a:gridCol w="1767840"/>
                <a:gridCol w="176784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Open Sans"/>
                        </a:rPr>
                        <a:t>Wirkung</a:t>
                      </a:r>
                    </a:p>
                  </a:txBody>
                  <a:tcPr>
                    <a:solidFill>
                      <a:srgbClr val="A31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Open Sans"/>
                        </a:rPr>
                        <a:t>Eingabe</a:t>
                      </a:r>
                    </a:p>
                  </a:txBody>
                  <a:tcPr>
                    <a:solidFill>
                      <a:srgbClr val="A31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Open Sans"/>
                        </a:rPr>
                        <a:t>Kürzel</a:t>
                      </a:r>
                    </a:p>
                  </a:txBody>
                  <a:tcPr>
                    <a:solidFill>
                      <a:srgbClr val="A3136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181E"/>
                          </a:solidFill>
                          <a:latin typeface="Open Sans"/>
                        </a:rPr>
                        <a:t>Fett</a:t>
                      </a:r>
                    </a:p>
                  </a:txBody>
                  <a:tcPr>
                    <a:solidFill>
                      <a:srgbClr val="FB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181E"/>
                          </a:solidFill>
                          <a:latin typeface="Open Sans"/>
                        </a:rPr>
                        <a:t>**Text**</a:t>
                      </a:r>
                    </a:p>
                  </a:txBody>
                  <a:tcPr>
                    <a:solidFill>
                      <a:srgbClr val="FB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181E"/>
                          </a:solidFill>
                          <a:latin typeface="Open Sans"/>
                        </a:rPr>
                        <a:t>Strg+B</a:t>
                      </a:r>
                    </a:p>
                  </a:txBody>
                  <a:tcPr>
                    <a:solidFill>
                      <a:srgbClr val="FBF3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181E"/>
                          </a:solidFill>
                          <a:latin typeface="Open Sans"/>
                        </a:rPr>
                        <a:t>Kursiv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181E"/>
                          </a:solidFill>
                          <a:latin typeface="Open Sans"/>
                        </a:rPr>
                        <a:t>*Text*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181E"/>
                          </a:solidFill>
                          <a:latin typeface="Open Sans"/>
                        </a:rPr>
                        <a:t>Strg+I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181E"/>
                          </a:solidFill>
                          <a:latin typeface="Open Sans"/>
                        </a:rPr>
                        <a:t>Code</a:t>
                      </a:r>
                    </a:p>
                  </a:txBody>
                  <a:tcPr>
                    <a:solidFill>
                      <a:srgbClr val="FB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181E"/>
                          </a:solidFill>
                          <a:latin typeface="Open Sans"/>
                        </a:rPr>
                        <a:t>`Text`</a:t>
                      </a:r>
                    </a:p>
                  </a:txBody>
                  <a:tcPr>
                    <a:solidFill>
                      <a:srgbClr val="FB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181E"/>
                          </a:solidFill>
                          <a:latin typeface="Open Sans"/>
                        </a:rPr>
                        <a:t>Strg+E</a:t>
                      </a:r>
                    </a:p>
                  </a:txBody>
                  <a:tcPr>
                    <a:solidFill>
                      <a:srgbClr val="FBF3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181E"/>
                          </a:solidFill>
                          <a:latin typeface="Open Sans"/>
                        </a:rPr>
                        <a:t>Link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181E"/>
                          </a:solidFill>
                          <a:latin typeface="Open Sans"/>
                        </a:rPr>
                        <a:t>[Text](https://…)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181E"/>
                          </a:solidFill>
                          <a:latin typeface="Open Sans"/>
                        </a:rPr>
                        <a:t>Strg+K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181E"/>
                          </a:solidFill>
                          <a:latin typeface="Open Sans"/>
                        </a:rPr>
                        <a:t>Überschrift</a:t>
                      </a:r>
                    </a:p>
                  </a:txBody>
                  <a:tcPr>
                    <a:solidFill>
                      <a:srgbClr val="FB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181E"/>
                          </a:solidFill>
                          <a:latin typeface="Open Sans"/>
                        </a:rPr>
                        <a:t>## Titel</a:t>
                      </a:r>
                    </a:p>
                  </a:txBody>
                  <a:tcPr>
                    <a:solidFill>
                      <a:srgbClr val="FBF3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BF3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181E"/>
                          </a:solidFill>
                          <a:latin typeface="Open Sans"/>
                        </a:rPr>
                        <a:t>Aufzählung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181E"/>
                          </a:solidFill>
                          <a:latin typeface="Open Sans"/>
                        </a:rPr>
                        <a:t>- Punkt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181E"/>
                          </a:solidFill>
                          <a:latin typeface="Open Sans"/>
                        </a:rPr>
                        <a:t>Nummerierte Liste</a:t>
                      </a:r>
                    </a:p>
                  </a:txBody>
                  <a:tcPr>
                    <a:solidFill>
                      <a:srgbClr val="FB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181E"/>
                          </a:solidFill>
                          <a:latin typeface="Open Sans"/>
                        </a:rPr>
                        <a:t>1. Schritt</a:t>
                      </a:r>
                    </a:p>
                  </a:txBody>
                  <a:tcPr>
                    <a:solidFill>
                      <a:srgbClr val="FBF3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BF3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181E"/>
                          </a:solidFill>
                          <a:latin typeface="Open Sans"/>
                        </a:rPr>
                        <a:t>Zitat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22181E"/>
                          </a:solidFill>
                          <a:latin typeface="Open Sans"/>
                        </a:rPr>
                        <a:t>&gt; Zitat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394960"/>
            <a:ext cx="5303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5C4F57"/>
                </a:solidFill>
                <a:latin typeface="Open Sans"/>
              </a:rPr>
              <a:t>Mac: ⌘ statt Strg. Ein zweiter Klick entfernt die Formatierung, Strg+Z macht alles rückgängig.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63056" y="1682495"/>
            <a:ext cx="5596128" cy="319582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7-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737360"/>
            <a:ext cx="5486400" cy="30861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Kirche Felsengrund  |  Admin-Anleitung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/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181E"/>
                </a:solidFill>
                <a:latin typeface="Raleway"/>
              </a:rPr>
              <a:t>Anleitungen jederzeit im Admin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5C4F57"/>
                </a:solidFill>
                <a:latin typeface="Open Sans"/>
              </a:rPr>
              <a:t>Admin, dann «Anleitungen»: Video mit Ton und Untertiteln oben, Schritte darunter.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8096" y="1728216"/>
            <a:ext cx="5230368" cy="410222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guide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83080"/>
            <a:ext cx="5120640" cy="399249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345936" y="1728216"/>
            <a:ext cx="5413248" cy="3838765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EC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age_desktop_anleitung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83080"/>
            <a:ext cx="5303520" cy="372903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>Kirche Felsengrund  |  Admin-Anleitung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5C4F57"/>
                </a:solidFill>
                <a:latin typeface="Open Sans"/>
              </a:rPr>
              <a:t/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046720" y="2743200"/>
            <a:ext cx="5486400" cy="5486400"/>
          </a:xfrm>
          <a:prstGeom prst="ellipse">
            <a:avLst/>
          </a:prstGeom>
          <a:solidFill>
            <a:srgbClr val="FDD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22181E"/>
                </a:solidFill>
                <a:latin typeface="Raleway"/>
              </a:rPr>
              <a:t>Zum Mitnehmen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063240"/>
            <a:ext cx="1463040" cy="73152"/>
          </a:xfrm>
          <a:prstGeom prst="rect">
            <a:avLst/>
          </a:prstGeom>
          <a:solidFill>
            <a:srgbClr val="A313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7772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5C4F57"/>
                </a:solidFill>
                <a:latin typeface="Open Sans"/>
              </a:rPr>
              <a:t>Nur Pflichtfelder (*) müssen ausgefüllt sein.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5C4F57"/>
                </a:solidFill>
                <a:latin typeface="Open Sans"/>
              </a:rPr>
              <a:t>Optionale Felder leer lassen ist völlig in Ordnung.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5C4F57"/>
                </a:solidFill>
                <a:latin typeface="Open Sans"/>
              </a:rPr>
              <a:t>Die Markdown-Hilfe formatiert per Klick oder Tastenkürzel.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5C4F57"/>
                </a:solidFill>
                <a:latin typeface="Open Sans"/>
              </a:rPr>
              <a:t>Videos und Schritte findest du unter «Anleitungen».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